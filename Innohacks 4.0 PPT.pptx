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ress Start 2P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PressStart2P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13" Type="http://schemas.openxmlformats.org/officeDocument/2006/relationships/image" Target="../media/image7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" r="-3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 rot="1509641">
            <a:off x="15217477" y="5567820"/>
            <a:ext cx="1547432" cy="1836325"/>
          </a:xfrm>
          <a:custGeom>
            <a:rect b="b" l="l" r="r" t="t"/>
            <a:pathLst>
              <a:path extrusionOk="0" h="2448433" w="2063242">
                <a:moveTo>
                  <a:pt x="0" y="0"/>
                </a:moveTo>
                <a:lnTo>
                  <a:pt x="2063242" y="0"/>
                </a:lnTo>
                <a:lnTo>
                  <a:pt x="2063242" y="2448433"/>
                </a:lnTo>
                <a:lnTo>
                  <a:pt x="0" y="24484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14891" l="-261342" r="-16402" t="-103428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rot="3320367">
            <a:off x="1589916" y="4215805"/>
            <a:ext cx="1956436" cy="2220373"/>
          </a:xfrm>
          <a:custGeom>
            <a:rect b="b" l="l" r="r" t="t"/>
            <a:pathLst>
              <a:path extrusionOk="0" h="2960497" w="2608580">
                <a:moveTo>
                  <a:pt x="0" y="0"/>
                </a:moveTo>
                <a:lnTo>
                  <a:pt x="2608580" y="0"/>
                </a:lnTo>
                <a:lnTo>
                  <a:pt x="2608580" y="2960497"/>
                </a:lnTo>
                <a:lnTo>
                  <a:pt x="0" y="2960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60055" l="-295798" r="-31187" t="-16182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111562" y="96934"/>
            <a:ext cx="18064835" cy="10000189"/>
          </a:xfrm>
          <a:custGeom>
            <a:rect b="b" l="l" r="r" t="t"/>
            <a:pathLst>
              <a:path extrusionOk="0" h="13004139" w="23491317">
                <a:moveTo>
                  <a:pt x="0" y="0"/>
                </a:moveTo>
                <a:lnTo>
                  <a:pt x="23491317" y="0"/>
                </a:lnTo>
                <a:lnTo>
                  <a:pt x="23491317" y="13004139"/>
                </a:lnTo>
                <a:lnTo>
                  <a:pt x="0" y="13004139"/>
                </a:lnTo>
                <a:close/>
                <a:moveTo>
                  <a:pt x="45974" y="46405"/>
                </a:moveTo>
                <a:lnTo>
                  <a:pt x="45974" y="12957734"/>
                </a:lnTo>
                <a:lnTo>
                  <a:pt x="23445343" y="12957734"/>
                </a:lnTo>
                <a:lnTo>
                  <a:pt x="23445343" y="464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0" y="-1905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14902"/>
                </a:srgbClr>
              </a:gs>
              <a:gs pos="13000">
                <a:srgbClr val="0D0D0D">
                  <a:alpha val="1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grpSp>
        <p:nvGrpSpPr>
          <p:cNvPr id="90" name="Google Shape;90;p13"/>
          <p:cNvGrpSpPr/>
          <p:nvPr/>
        </p:nvGrpSpPr>
        <p:grpSpPr>
          <a:xfrm>
            <a:off x="14712404" y="461105"/>
            <a:ext cx="3197776" cy="740436"/>
            <a:chOff x="0" y="0"/>
            <a:chExt cx="4263702" cy="987247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1036007" cy="966705"/>
            </a:xfrm>
            <a:custGeom>
              <a:rect b="b" l="l" r="r" t="t"/>
              <a:pathLst>
                <a:path extrusionOk="0" h="966705" w="1036007">
                  <a:moveTo>
                    <a:pt x="0" y="0"/>
                  </a:moveTo>
                  <a:lnTo>
                    <a:pt x="1036007" y="0"/>
                  </a:lnTo>
                  <a:lnTo>
                    <a:pt x="1036007" y="966705"/>
                  </a:lnTo>
                  <a:lnTo>
                    <a:pt x="0" y="9667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2" name="Google Shape;92;p13"/>
            <p:cNvSpPr txBox="1"/>
            <p:nvPr/>
          </p:nvSpPr>
          <p:spPr>
            <a:xfrm>
              <a:off x="1234310" y="757862"/>
              <a:ext cx="2861902" cy="229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6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We Learn,   We Teach,   We Conquer!</a:t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1066821" y="64460"/>
              <a:ext cx="3196881" cy="702181"/>
            </a:xfrm>
            <a:custGeom>
              <a:rect b="b" l="l" r="r" t="t"/>
              <a:pathLst>
                <a:path extrusionOk="0" h="702181" w="3196881">
                  <a:moveTo>
                    <a:pt x="0" y="0"/>
                  </a:moveTo>
                  <a:lnTo>
                    <a:pt x="3196881" y="0"/>
                  </a:lnTo>
                  <a:lnTo>
                    <a:pt x="3196881" y="702181"/>
                  </a:lnTo>
                  <a:lnTo>
                    <a:pt x="0" y="70218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-3129" r="-3891" t="0"/>
              </a:stretch>
            </a:blipFill>
            <a:ln>
              <a:noFill/>
            </a:ln>
          </p:spPr>
        </p:sp>
      </p:grpSp>
      <p:sp>
        <p:nvSpPr>
          <p:cNvPr id="94" name="Google Shape;94;p13"/>
          <p:cNvSpPr/>
          <p:nvPr/>
        </p:nvSpPr>
        <p:spPr>
          <a:xfrm>
            <a:off x="0" y="8770901"/>
            <a:ext cx="18288000" cy="1734867"/>
          </a:xfrm>
          <a:custGeom>
            <a:rect b="b" l="l" r="r" t="t"/>
            <a:pathLst>
              <a:path extrusionOk="0" h="1734867" w="18288000">
                <a:moveTo>
                  <a:pt x="0" y="0"/>
                </a:moveTo>
                <a:lnTo>
                  <a:pt x="18288000" y="0"/>
                </a:lnTo>
                <a:lnTo>
                  <a:pt x="18288000" y="1734867"/>
                </a:lnTo>
                <a:lnTo>
                  <a:pt x="0" y="17348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" name="Google Shape;95;p13"/>
          <p:cNvGrpSpPr/>
          <p:nvPr/>
        </p:nvGrpSpPr>
        <p:grpSpPr>
          <a:xfrm>
            <a:off x="5876303" y="461105"/>
            <a:ext cx="7217068" cy="2028417"/>
            <a:chOff x="0" y="0"/>
            <a:chExt cx="9622756" cy="2704556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2541530" cy="2704556"/>
            </a:xfrm>
            <a:custGeom>
              <a:rect b="b" l="l" r="r" t="t"/>
              <a:pathLst>
                <a:path extrusionOk="0" h="2704556" w="2541530">
                  <a:moveTo>
                    <a:pt x="0" y="0"/>
                  </a:moveTo>
                  <a:lnTo>
                    <a:pt x="2541530" y="0"/>
                  </a:lnTo>
                  <a:lnTo>
                    <a:pt x="2541530" y="2704556"/>
                  </a:lnTo>
                  <a:lnTo>
                    <a:pt x="0" y="2704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97" name="Google Shape;97;p13"/>
            <p:cNvGrpSpPr/>
            <p:nvPr/>
          </p:nvGrpSpPr>
          <p:grpSpPr>
            <a:xfrm>
              <a:off x="2458719" y="1820422"/>
              <a:ext cx="5081274" cy="376924"/>
              <a:chOff x="0" y="0"/>
              <a:chExt cx="1271958" cy="94353"/>
            </a:xfrm>
          </p:grpSpPr>
          <p:sp>
            <p:nvSpPr>
              <p:cNvPr id="98" name="Google Shape;98;p13"/>
              <p:cNvSpPr/>
              <p:nvPr/>
            </p:nvSpPr>
            <p:spPr>
              <a:xfrm>
                <a:off x="0" y="0"/>
                <a:ext cx="1271958" cy="94353"/>
              </a:xfrm>
              <a:custGeom>
                <a:rect b="b" l="l" r="r" t="t"/>
                <a:pathLst>
                  <a:path extrusionOk="0" h="94353" w="1271958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9" name="Google Shape;99;p13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675" lIns="17675" spcFirstLastPara="1" rIns="17675" wrap="square" tIns="17675">
                <a:noAutofit/>
              </a:bodyPr>
              <a:lstStyle/>
              <a:p>
                <a:pPr indent="0" lvl="0" marL="0" marR="0" rtl="0" algn="ctr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" name="Google Shape;100;p13"/>
            <p:cNvSpPr/>
            <p:nvPr/>
          </p:nvSpPr>
          <p:spPr>
            <a:xfrm>
              <a:off x="2233865" y="432209"/>
              <a:ext cx="7388891" cy="1320191"/>
            </a:xfrm>
            <a:custGeom>
              <a:rect b="b" l="l" r="r" t="t"/>
              <a:pathLst>
                <a:path extrusionOk="0" h="1320191" w="7388891">
                  <a:moveTo>
                    <a:pt x="0" y="0"/>
                  </a:moveTo>
                  <a:lnTo>
                    <a:pt x="7388890" y="0"/>
                  </a:lnTo>
                  <a:lnTo>
                    <a:pt x="7388890" y="1320191"/>
                  </a:lnTo>
                  <a:lnTo>
                    <a:pt x="0" y="13201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-153710" l="-31457" r="-4928" t="-127941"/>
              </a:stretch>
            </a:blipFill>
            <a:ln>
              <a:noFill/>
            </a:ln>
          </p:spPr>
        </p:sp>
        <p:sp>
          <p:nvSpPr>
            <p:cNvPr id="101" name="Google Shape;101;p13"/>
            <p:cNvSpPr/>
            <p:nvPr/>
          </p:nvSpPr>
          <p:spPr>
            <a:xfrm>
              <a:off x="6899609" y="1752400"/>
              <a:ext cx="1032115" cy="648621"/>
            </a:xfrm>
            <a:custGeom>
              <a:rect b="b" l="l" r="r" t="t"/>
              <a:pathLst>
                <a:path extrusionOk="0" h="648621" w="1032115">
                  <a:moveTo>
                    <a:pt x="0" y="0"/>
                  </a:moveTo>
                  <a:lnTo>
                    <a:pt x="1032116" y="0"/>
                  </a:lnTo>
                  <a:lnTo>
                    <a:pt x="1032116" y="648621"/>
                  </a:lnTo>
                  <a:lnTo>
                    <a:pt x="0" y="6486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-71412" l="-413783" r="-14284" t="-108504"/>
              </a:stretch>
            </a:blipFill>
            <a:ln>
              <a:noFill/>
            </a:ln>
          </p:spPr>
        </p:sp>
        <p:sp>
          <p:nvSpPr>
            <p:cNvPr id="102" name="Google Shape;102;p13"/>
            <p:cNvSpPr/>
            <p:nvPr/>
          </p:nvSpPr>
          <p:spPr>
            <a:xfrm>
              <a:off x="2352652" y="1752400"/>
              <a:ext cx="782677" cy="603389"/>
            </a:xfrm>
            <a:custGeom>
              <a:rect b="b" l="l" r="r" t="t"/>
              <a:pathLst>
                <a:path extrusionOk="0" h="603389" w="782677">
                  <a:moveTo>
                    <a:pt x="0" y="0"/>
                  </a:moveTo>
                  <a:lnTo>
                    <a:pt x="782676" y="0"/>
                  </a:lnTo>
                  <a:lnTo>
                    <a:pt x="782676" y="603389"/>
                  </a:lnTo>
                  <a:lnTo>
                    <a:pt x="0" y="60338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-83715" l="-30571" r="-565808" t="-117191"/>
              </a:stretch>
            </a:blipFill>
            <a:ln>
              <a:noFill/>
            </a:ln>
          </p:spPr>
        </p:sp>
        <p:sp>
          <p:nvSpPr>
            <p:cNvPr id="103" name="Google Shape;103;p13"/>
            <p:cNvSpPr/>
            <p:nvPr/>
          </p:nvSpPr>
          <p:spPr>
            <a:xfrm>
              <a:off x="2846055" y="1752400"/>
              <a:ext cx="4331231" cy="636679"/>
            </a:xfrm>
            <a:custGeom>
              <a:rect b="b" l="l" r="r" t="t"/>
              <a:pathLst>
                <a:path extrusionOk="0" h="636679" w="4331231">
                  <a:moveTo>
                    <a:pt x="0" y="0"/>
                  </a:moveTo>
                  <a:lnTo>
                    <a:pt x="4331232" y="0"/>
                  </a:lnTo>
                  <a:lnTo>
                    <a:pt x="4331232" y="636680"/>
                  </a:lnTo>
                  <a:lnTo>
                    <a:pt x="0" y="63668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-74629" l="-10576" r="-15257" t="-110540"/>
              </a:stretch>
            </a:blipFill>
            <a:ln>
              <a:noFill/>
            </a:ln>
          </p:spPr>
        </p:sp>
      </p:grpSp>
      <p:sp>
        <p:nvSpPr>
          <p:cNvPr id="104" name="Google Shape;104;p13"/>
          <p:cNvSpPr/>
          <p:nvPr/>
        </p:nvSpPr>
        <p:spPr>
          <a:xfrm>
            <a:off x="111562" y="7384622"/>
            <a:ext cx="4412268" cy="3359599"/>
          </a:xfrm>
          <a:custGeom>
            <a:rect b="b" l="l" r="r" t="t"/>
            <a:pathLst>
              <a:path extrusionOk="0" h="9494647" w="12469622">
                <a:moveTo>
                  <a:pt x="0" y="0"/>
                </a:moveTo>
                <a:lnTo>
                  <a:pt x="12469622" y="0"/>
                </a:lnTo>
                <a:lnTo>
                  <a:pt x="12469622" y="9494647"/>
                </a:lnTo>
                <a:lnTo>
                  <a:pt x="0" y="94946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28852" l="-8096" r="-8248" t="-23948"/>
            </a:stretch>
          </a:blipFill>
          <a:ln>
            <a:noFill/>
          </a:ln>
        </p:spPr>
      </p:sp>
      <p:grpSp>
        <p:nvGrpSpPr>
          <p:cNvPr id="105" name="Google Shape;105;p13"/>
          <p:cNvGrpSpPr/>
          <p:nvPr/>
        </p:nvGrpSpPr>
        <p:grpSpPr>
          <a:xfrm>
            <a:off x="274310" y="129516"/>
            <a:ext cx="2574024" cy="1345798"/>
            <a:chOff x="0" y="-199116"/>
            <a:chExt cx="3432033" cy="1794398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0" y="-199116"/>
              <a:ext cx="3432033" cy="1794398"/>
              <a:chOff x="0" y="-57150"/>
              <a:chExt cx="985059" cy="515026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0" y="0"/>
                <a:ext cx="985059" cy="457876"/>
              </a:xfrm>
              <a:custGeom>
                <a:rect b="b" l="l" r="r" t="t"/>
                <a:pathLst>
                  <a:path extrusionOk="0" h="457876" w="985059">
                    <a:moveTo>
                      <a:pt x="0" y="0"/>
                    </a:moveTo>
                    <a:lnTo>
                      <a:pt x="985059" y="0"/>
                    </a:lnTo>
                    <a:lnTo>
                      <a:pt x="985059" y="457876"/>
                    </a:lnTo>
                    <a:lnTo>
                      <a:pt x="0" y="4578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8" name="Google Shape;108;p13"/>
              <p:cNvSpPr txBox="1"/>
              <p:nvPr/>
            </p:nvSpPr>
            <p:spPr>
              <a:xfrm>
                <a:off x="0" y="-57150"/>
                <a:ext cx="985059" cy="5150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7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13"/>
            <p:cNvSpPr/>
            <p:nvPr/>
          </p:nvSpPr>
          <p:spPr>
            <a:xfrm>
              <a:off x="63180" y="64590"/>
              <a:ext cx="3305673" cy="1484970"/>
            </a:xfrm>
            <a:custGeom>
              <a:rect b="b" l="l" r="r" t="t"/>
              <a:pathLst>
                <a:path extrusionOk="0" h="1484970" w="3305673">
                  <a:moveTo>
                    <a:pt x="0" y="0"/>
                  </a:moveTo>
                  <a:lnTo>
                    <a:pt x="3305673" y="0"/>
                  </a:lnTo>
                  <a:lnTo>
                    <a:pt x="3305673" y="1484971"/>
                  </a:lnTo>
                  <a:lnTo>
                    <a:pt x="0" y="148497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0" name="Google Shape;110;p13"/>
          <p:cNvSpPr txBox="1"/>
          <p:nvPr/>
        </p:nvSpPr>
        <p:spPr>
          <a:xfrm>
            <a:off x="6843500" y="3326200"/>
            <a:ext cx="5128200" cy="11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47" u="none" cap="none" strike="noStrik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TITLE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1218090" y="6302838"/>
            <a:ext cx="5750533" cy="459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4" u="none" cap="none" strike="noStrik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TEAM MEMBER NAMES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6216960" y="4818843"/>
            <a:ext cx="5854080" cy="573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3" u="none" cap="none" strike="noStrik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Theme or Track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7306925" y="8913178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3001619" y="6302838"/>
            <a:ext cx="3044400" cy="459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4" u="none" cap="none" strike="noStrike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TEAM NAME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16186690" y="8547690"/>
            <a:ext cx="1120236" cy="1739265"/>
          </a:xfrm>
          <a:custGeom>
            <a:rect b="b" l="l" r="r" t="t"/>
            <a:pathLst>
              <a:path extrusionOk="0" h="2319020" w="1493647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-167145" l="-79783" r="-493890" t="-166751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638" l="0" r="-6813" t="0"/>
            </a:stretch>
          </a:blipFill>
          <a:ln>
            <a:noFill/>
          </a:ln>
        </p:spPr>
      </p:sp>
      <p:sp>
        <p:nvSpPr>
          <p:cNvPr id="121" name="Google Shape;121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122" name="Google Shape;122;p14"/>
          <p:cNvSpPr/>
          <p:nvPr/>
        </p:nvSpPr>
        <p:spPr>
          <a:xfrm>
            <a:off x="0" y="9317505"/>
            <a:ext cx="18288000" cy="969495"/>
          </a:xfrm>
          <a:custGeom>
            <a:rect b="b" l="l" r="r" t="t"/>
            <a:pathLst>
              <a:path extrusionOk="0" h="969495" w="1828800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4"/>
          <p:cNvSpPr/>
          <p:nvPr/>
        </p:nvSpPr>
        <p:spPr>
          <a:xfrm>
            <a:off x="16186690" y="8547690"/>
            <a:ext cx="1120236" cy="1739265"/>
          </a:xfrm>
          <a:custGeom>
            <a:rect b="b" l="l" r="r" t="t"/>
            <a:pathLst>
              <a:path extrusionOk="0" h="2319020" w="1493647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7145" l="-79783" r="-493890" t="-166751"/>
            </a:stretch>
          </a:blipFill>
          <a:ln>
            <a:noFill/>
          </a:ln>
        </p:spPr>
      </p:sp>
      <p:sp>
        <p:nvSpPr>
          <p:cNvPr id="124" name="Google Shape;124;p14"/>
          <p:cNvSpPr txBox="1"/>
          <p:nvPr/>
        </p:nvSpPr>
        <p:spPr>
          <a:xfrm>
            <a:off x="17477343" y="8720455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125" name="Google Shape;125;p14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126" name="Google Shape;126;p14"/>
            <p:cNvSpPr/>
            <p:nvPr/>
          </p:nvSpPr>
          <p:spPr>
            <a:xfrm>
              <a:off x="0" y="0"/>
              <a:ext cx="1534283" cy="1632699"/>
            </a:xfrm>
            <a:custGeom>
              <a:rect b="b" l="l" r="r" t="t"/>
              <a:pathLst>
                <a:path extrusionOk="0" h="1632699" w="1534283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27" name="Google Shape;127;p14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128" name="Google Shape;128;p14"/>
              <p:cNvSpPr/>
              <p:nvPr/>
            </p:nvSpPr>
            <p:spPr>
              <a:xfrm>
                <a:off x="0" y="0"/>
                <a:ext cx="1271958" cy="94353"/>
              </a:xfrm>
              <a:custGeom>
                <a:rect b="b" l="l" r="r" t="t"/>
                <a:pathLst>
                  <a:path extrusionOk="0" h="94353" w="1271958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" name="Google Shape;129;p14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675" lIns="17675" spcFirstLastPara="1" rIns="17675" wrap="square" tIns="17675">
                <a:noAutofit/>
              </a:bodyPr>
              <a:lstStyle/>
              <a:p>
                <a:pPr indent="0" lvl="0" marL="0" marR="0" rtl="0" algn="ctr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" name="Google Shape;130;p14"/>
            <p:cNvSpPr/>
            <p:nvPr/>
          </p:nvSpPr>
          <p:spPr>
            <a:xfrm>
              <a:off x="1348550" y="260918"/>
              <a:ext cx="4460561" cy="796979"/>
            </a:xfrm>
            <a:custGeom>
              <a:rect b="b" l="l" r="r" t="t"/>
              <a:pathLst>
                <a:path extrusionOk="0" h="796979" w="4460561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153710" l="-31457" r="-4928" t="-127941"/>
              </a:stretch>
            </a:blipFill>
            <a:ln>
              <a:noFill/>
            </a:ln>
          </p:spPr>
        </p:sp>
        <p:sp>
          <p:nvSpPr>
            <p:cNvPr id="131" name="Google Shape;131;p14"/>
            <p:cNvSpPr/>
            <p:nvPr/>
          </p:nvSpPr>
          <p:spPr>
            <a:xfrm>
              <a:off x="4165189" y="1057897"/>
              <a:ext cx="623072" cy="391562"/>
            </a:xfrm>
            <a:custGeom>
              <a:rect b="b" l="l" r="r" t="t"/>
              <a:pathLst>
                <a:path extrusionOk="0" h="391562" w="623072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71412" l="-413783" r="-14284" t="-108504"/>
              </a:stretch>
            </a:blipFill>
            <a:ln>
              <a:noFill/>
            </a:ln>
          </p:spPr>
        </p:sp>
        <p:sp>
          <p:nvSpPr>
            <p:cNvPr id="132" name="Google Shape;132;p14"/>
            <p:cNvSpPr/>
            <p:nvPr/>
          </p:nvSpPr>
          <p:spPr>
            <a:xfrm>
              <a:off x="1420260" y="1057897"/>
              <a:ext cx="472490" cy="364257"/>
            </a:xfrm>
            <a:custGeom>
              <a:rect b="b" l="l" r="r" t="t"/>
              <a:pathLst>
                <a:path extrusionOk="0" h="364257" w="47249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83715" l="-30571" r="-565808" t="-117191"/>
              </a:stretch>
            </a:blipFill>
            <a:ln>
              <a:noFill/>
            </a:ln>
          </p:spPr>
        </p:sp>
        <p:sp>
          <p:nvSpPr>
            <p:cNvPr id="133" name="Google Shape;133;p14"/>
            <p:cNvSpPr/>
            <p:nvPr/>
          </p:nvSpPr>
          <p:spPr>
            <a:xfrm>
              <a:off x="1718120" y="1057897"/>
              <a:ext cx="2614698" cy="384354"/>
            </a:xfrm>
            <a:custGeom>
              <a:rect b="b" l="l" r="r" t="t"/>
              <a:pathLst>
                <a:path extrusionOk="0" h="384354" w="2614698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74629" l="-10576" r="-15257" t="-110540"/>
              </a:stretch>
            </a:blipFill>
            <a:ln>
              <a:noFill/>
            </a:ln>
          </p:spPr>
        </p:sp>
      </p:grpSp>
      <p:sp>
        <p:nvSpPr>
          <p:cNvPr id="134" name="Google Shape;134;p14"/>
          <p:cNvSpPr txBox="1"/>
          <p:nvPr/>
        </p:nvSpPr>
        <p:spPr>
          <a:xfrm>
            <a:off x="6217163" y="731206"/>
            <a:ext cx="7229277" cy="763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638" l="0" r="-6813" t="0"/>
            </a:stretch>
          </a:blipFill>
          <a:ln>
            <a:noFill/>
          </a:ln>
        </p:spPr>
      </p:sp>
      <p:sp>
        <p:nvSpPr>
          <p:cNvPr id="140" name="Google Shape;140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141" name="Google Shape;141;p15"/>
          <p:cNvSpPr/>
          <p:nvPr/>
        </p:nvSpPr>
        <p:spPr>
          <a:xfrm>
            <a:off x="0" y="9317505"/>
            <a:ext cx="18288000" cy="969495"/>
          </a:xfrm>
          <a:custGeom>
            <a:rect b="b" l="l" r="r" t="t"/>
            <a:pathLst>
              <a:path extrusionOk="0" h="969495" w="1828800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5"/>
          <p:cNvSpPr/>
          <p:nvPr/>
        </p:nvSpPr>
        <p:spPr>
          <a:xfrm>
            <a:off x="16186690" y="8547690"/>
            <a:ext cx="1120236" cy="1739265"/>
          </a:xfrm>
          <a:custGeom>
            <a:rect b="b" l="l" r="r" t="t"/>
            <a:pathLst>
              <a:path extrusionOk="0" h="2319020" w="1493647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67145" l="-79783" r="-493890" t="-166751"/>
            </a:stretch>
          </a:blipFill>
          <a:ln>
            <a:noFill/>
          </a:ln>
        </p:spPr>
      </p:sp>
      <p:sp>
        <p:nvSpPr>
          <p:cNvPr id="143" name="Google Shape;143;p15"/>
          <p:cNvSpPr txBox="1"/>
          <p:nvPr/>
        </p:nvSpPr>
        <p:spPr>
          <a:xfrm>
            <a:off x="17477343" y="8720455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pSp>
        <p:nvGrpSpPr>
          <p:cNvPr id="144" name="Google Shape;144;p15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1534283" cy="1632699"/>
            </a:xfrm>
            <a:custGeom>
              <a:rect b="b" l="l" r="r" t="t"/>
              <a:pathLst>
                <a:path extrusionOk="0" h="1632699" w="1534283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46" name="Google Shape;146;p15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147" name="Google Shape;147;p15"/>
              <p:cNvSpPr/>
              <p:nvPr/>
            </p:nvSpPr>
            <p:spPr>
              <a:xfrm>
                <a:off x="0" y="0"/>
                <a:ext cx="1271958" cy="94353"/>
              </a:xfrm>
              <a:custGeom>
                <a:rect b="b" l="l" r="r" t="t"/>
                <a:pathLst>
                  <a:path extrusionOk="0" h="94353" w="1271958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8" name="Google Shape;148;p15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675" lIns="17675" spcFirstLastPara="1" rIns="17675" wrap="square" tIns="17675">
                <a:noAutofit/>
              </a:bodyPr>
              <a:lstStyle/>
              <a:p>
                <a:pPr indent="0" lvl="0" marL="0" marR="0" rtl="0" algn="ctr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" name="Google Shape;149;p15"/>
            <p:cNvSpPr/>
            <p:nvPr/>
          </p:nvSpPr>
          <p:spPr>
            <a:xfrm>
              <a:off x="1348550" y="260918"/>
              <a:ext cx="4460561" cy="796979"/>
            </a:xfrm>
            <a:custGeom>
              <a:rect b="b" l="l" r="r" t="t"/>
              <a:pathLst>
                <a:path extrusionOk="0" h="796979" w="4460561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153710" l="-31457" r="-4928" t="-127941"/>
              </a:stretch>
            </a:blipFill>
            <a:ln>
              <a:noFill/>
            </a:ln>
          </p:spPr>
        </p:sp>
        <p:sp>
          <p:nvSpPr>
            <p:cNvPr id="150" name="Google Shape;150;p15"/>
            <p:cNvSpPr/>
            <p:nvPr/>
          </p:nvSpPr>
          <p:spPr>
            <a:xfrm>
              <a:off x="4165189" y="1057897"/>
              <a:ext cx="623072" cy="391562"/>
            </a:xfrm>
            <a:custGeom>
              <a:rect b="b" l="l" r="r" t="t"/>
              <a:pathLst>
                <a:path extrusionOk="0" h="391562" w="623072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71412" l="-413783" r="-14284" t="-108504"/>
              </a:stretch>
            </a:blipFill>
            <a:ln>
              <a:noFill/>
            </a:ln>
          </p:spPr>
        </p:sp>
        <p:sp>
          <p:nvSpPr>
            <p:cNvPr id="151" name="Google Shape;151;p15"/>
            <p:cNvSpPr/>
            <p:nvPr/>
          </p:nvSpPr>
          <p:spPr>
            <a:xfrm>
              <a:off x="1420260" y="1057897"/>
              <a:ext cx="472490" cy="364257"/>
            </a:xfrm>
            <a:custGeom>
              <a:rect b="b" l="l" r="r" t="t"/>
              <a:pathLst>
                <a:path extrusionOk="0" h="364257" w="47249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83715" l="-30571" r="-565808" t="-117191"/>
              </a:stretch>
            </a:blipFill>
            <a:ln>
              <a:noFill/>
            </a:ln>
          </p:spPr>
        </p:sp>
        <p:sp>
          <p:nvSpPr>
            <p:cNvPr id="152" name="Google Shape;152;p15"/>
            <p:cNvSpPr/>
            <p:nvPr/>
          </p:nvSpPr>
          <p:spPr>
            <a:xfrm>
              <a:off x="1718120" y="1057897"/>
              <a:ext cx="2614698" cy="384354"/>
            </a:xfrm>
            <a:custGeom>
              <a:rect b="b" l="l" r="r" t="t"/>
              <a:pathLst>
                <a:path extrusionOk="0" h="384354" w="2614698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74629" l="-10576" r="-15257" t="-110540"/>
              </a:stretch>
            </a:blipFill>
            <a:ln>
              <a:noFill/>
            </a:ln>
          </p:spPr>
        </p:sp>
      </p:grpSp>
      <p:sp>
        <p:nvSpPr>
          <p:cNvPr id="153" name="Google Shape;153;p15"/>
          <p:cNvSpPr txBox="1"/>
          <p:nvPr/>
        </p:nvSpPr>
        <p:spPr>
          <a:xfrm>
            <a:off x="6239371" y="804552"/>
            <a:ext cx="7238008" cy="78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7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638" l="0" r="-6813" t="0"/>
            </a:stretch>
          </a:blipFill>
          <a:ln>
            <a:noFill/>
          </a:ln>
        </p:spPr>
      </p:sp>
      <p:sp>
        <p:nvSpPr>
          <p:cNvPr id="159" name="Google Shape;15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160" name="Google Shape;160;p16"/>
          <p:cNvSpPr/>
          <p:nvPr/>
        </p:nvSpPr>
        <p:spPr>
          <a:xfrm>
            <a:off x="0" y="9317505"/>
            <a:ext cx="18288000" cy="969495"/>
          </a:xfrm>
          <a:custGeom>
            <a:rect b="b" l="l" r="r" t="t"/>
            <a:pathLst>
              <a:path extrusionOk="0" h="969495" w="1828800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6"/>
          <p:cNvSpPr txBox="1"/>
          <p:nvPr/>
        </p:nvSpPr>
        <p:spPr>
          <a:xfrm>
            <a:off x="17477343" y="8720455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grpSp>
        <p:nvGrpSpPr>
          <p:cNvPr id="162" name="Google Shape;162;p16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1534283" cy="1632699"/>
            </a:xfrm>
            <a:custGeom>
              <a:rect b="b" l="l" r="r" t="t"/>
              <a:pathLst>
                <a:path extrusionOk="0" h="1632699" w="1534283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64" name="Google Shape;164;p16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165" name="Google Shape;165;p16"/>
              <p:cNvSpPr/>
              <p:nvPr/>
            </p:nvSpPr>
            <p:spPr>
              <a:xfrm>
                <a:off x="0" y="0"/>
                <a:ext cx="1271958" cy="94353"/>
              </a:xfrm>
              <a:custGeom>
                <a:rect b="b" l="l" r="r" t="t"/>
                <a:pathLst>
                  <a:path extrusionOk="0" h="94353" w="1271958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6" name="Google Shape;166;p16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675" lIns="17675" spcFirstLastPara="1" rIns="17675" wrap="square" tIns="17675">
                <a:noAutofit/>
              </a:bodyPr>
              <a:lstStyle/>
              <a:p>
                <a:pPr indent="0" lvl="0" marL="0" marR="0" rtl="0" algn="ctr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7" name="Google Shape;167;p16"/>
            <p:cNvSpPr/>
            <p:nvPr/>
          </p:nvSpPr>
          <p:spPr>
            <a:xfrm>
              <a:off x="1348550" y="260918"/>
              <a:ext cx="4460561" cy="796979"/>
            </a:xfrm>
            <a:custGeom>
              <a:rect b="b" l="l" r="r" t="t"/>
              <a:pathLst>
                <a:path extrusionOk="0" h="796979" w="4460561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53710" l="-31457" r="-4928" t="-127941"/>
              </a:stretch>
            </a:blipFill>
            <a:ln>
              <a:noFill/>
            </a:ln>
          </p:spPr>
        </p:sp>
        <p:sp>
          <p:nvSpPr>
            <p:cNvPr id="168" name="Google Shape;168;p16"/>
            <p:cNvSpPr/>
            <p:nvPr/>
          </p:nvSpPr>
          <p:spPr>
            <a:xfrm>
              <a:off x="4165189" y="1057897"/>
              <a:ext cx="623072" cy="391562"/>
            </a:xfrm>
            <a:custGeom>
              <a:rect b="b" l="l" r="r" t="t"/>
              <a:pathLst>
                <a:path extrusionOk="0" h="391562" w="623072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1412" l="-413783" r="-14284" t="-108504"/>
              </a:stretch>
            </a:blipFill>
            <a:ln>
              <a:noFill/>
            </a:ln>
          </p:spPr>
        </p:sp>
        <p:sp>
          <p:nvSpPr>
            <p:cNvPr id="169" name="Google Shape;169;p16"/>
            <p:cNvSpPr/>
            <p:nvPr/>
          </p:nvSpPr>
          <p:spPr>
            <a:xfrm>
              <a:off x="1420260" y="1057897"/>
              <a:ext cx="472490" cy="364257"/>
            </a:xfrm>
            <a:custGeom>
              <a:rect b="b" l="l" r="r" t="t"/>
              <a:pathLst>
                <a:path extrusionOk="0" h="364257" w="47249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83715" l="-30571" r="-565808" t="-117191"/>
              </a:stretch>
            </a:blipFill>
            <a:ln>
              <a:noFill/>
            </a:ln>
          </p:spPr>
        </p:sp>
        <p:sp>
          <p:nvSpPr>
            <p:cNvPr id="170" name="Google Shape;170;p16"/>
            <p:cNvSpPr/>
            <p:nvPr/>
          </p:nvSpPr>
          <p:spPr>
            <a:xfrm>
              <a:off x="1718120" y="1057897"/>
              <a:ext cx="2614698" cy="384354"/>
            </a:xfrm>
            <a:custGeom>
              <a:rect b="b" l="l" r="r" t="t"/>
              <a:pathLst>
                <a:path extrusionOk="0" h="384354" w="2614698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4629" l="-10576" r="-15257" t="-110540"/>
              </a:stretch>
            </a:blipFill>
            <a:ln>
              <a:noFill/>
            </a:ln>
          </p:spPr>
        </p:sp>
      </p:grpSp>
      <p:sp>
        <p:nvSpPr>
          <p:cNvPr id="171" name="Google Shape;171;p16"/>
          <p:cNvSpPr txBox="1"/>
          <p:nvPr/>
        </p:nvSpPr>
        <p:spPr>
          <a:xfrm>
            <a:off x="7922574" y="639550"/>
            <a:ext cx="4406801" cy="782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7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 STACK 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16186690" y="8547690"/>
            <a:ext cx="1120236" cy="1739265"/>
          </a:xfrm>
          <a:custGeom>
            <a:rect b="b" l="l" r="r" t="t"/>
            <a:pathLst>
              <a:path extrusionOk="0" h="2319020" w="1493647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67145" l="-79783" r="-493890" t="-166751"/>
            </a:stretch>
          </a:blipFill>
          <a:ln>
            <a:noFill/>
          </a:ln>
        </p:spPr>
      </p:sp>
      <p:grpSp>
        <p:nvGrpSpPr>
          <p:cNvPr id="173" name="Google Shape;173;p16"/>
          <p:cNvGrpSpPr/>
          <p:nvPr/>
        </p:nvGrpSpPr>
        <p:grpSpPr>
          <a:xfrm>
            <a:off x="11063343" y="1154544"/>
            <a:ext cx="2906411" cy="772424"/>
            <a:chOff x="0" y="-95250"/>
            <a:chExt cx="3875215" cy="1029900"/>
          </a:xfrm>
        </p:grpSpPr>
        <p:sp>
          <p:nvSpPr>
            <p:cNvPr id="174" name="Google Shape;174;p16"/>
            <p:cNvSpPr txBox="1"/>
            <p:nvPr/>
          </p:nvSpPr>
          <p:spPr>
            <a:xfrm>
              <a:off x="291592" y="255158"/>
              <a:ext cx="3583623" cy="4473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4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1" i="0" lang="en-US" sz="204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RCH. DIAGRAM</a:t>
              </a:r>
              <a:endParaRPr/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0" y="-95250"/>
              <a:ext cx="306586" cy="10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65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638" l="0" r="-6813" t="0"/>
            </a:stretch>
          </a:blipFill>
          <a:ln>
            <a:noFill/>
          </a:ln>
        </p:spPr>
      </p:sp>
      <p:sp>
        <p:nvSpPr>
          <p:cNvPr id="181" name="Google Shape;181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182" name="Google Shape;182;p17"/>
          <p:cNvSpPr/>
          <p:nvPr/>
        </p:nvSpPr>
        <p:spPr>
          <a:xfrm>
            <a:off x="0" y="9317505"/>
            <a:ext cx="18288000" cy="969495"/>
          </a:xfrm>
          <a:custGeom>
            <a:rect b="b" l="l" r="r" t="t"/>
            <a:pathLst>
              <a:path extrusionOk="0" h="969495" w="1828800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7"/>
          <p:cNvSpPr txBox="1"/>
          <p:nvPr/>
        </p:nvSpPr>
        <p:spPr>
          <a:xfrm>
            <a:off x="17477343" y="8720455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grpSp>
        <p:nvGrpSpPr>
          <p:cNvPr id="184" name="Google Shape;184;p17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185" name="Google Shape;185;p17"/>
            <p:cNvSpPr/>
            <p:nvPr/>
          </p:nvSpPr>
          <p:spPr>
            <a:xfrm>
              <a:off x="0" y="0"/>
              <a:ext cx="1534283" cy="1632699"/>
            </a:xfrm>
            <a:custGeom>
              <a:rect b="b" l="l" r="r" t="t"/>
              <a:pathLst>
                <a:path extrusionOk="0" h="1632699" w="1534283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86" name="Google Shape;186;p17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187" name="Google Shape;187;p17"/>
              <p:cNvSpPr/>
              <p:nvPr/>
            </p:nvSpPr>
            <p:spPr>
              <a:xfrm>
                <a:off x="0" y="0"/>
                <a:ext cx="1271958" cy="94353"/>
              </a:xfrm>
              <a:custGeom>
                <a:rect b="b" l="l" r="r" t="t"/>
                <a:pathLst>
                  <a:path extrusionOk="0" h="94353" w="1271958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8" name="Google Shape;188;p17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675" lIns="17675" spcFirstLastPara="1" rIns="17675" wrap="square" tIns="17675">
                <a:noAutofit/>
              </a:bodyPr>
              <a:lstStyle/>
              <a:p>
                <a:pPr indent="0" lvl="0" marL="0" marR="0" rtl="0" algn="ctr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9" name="Google Shape;189;p17"/>
            <p:cNvSpPr/>
            <p:nvPr/>
          </p:nvSpPr>
          <p:spPr>
            <a:xfrm>
              <a:off x="1348550" y="260918"/>
              <a:ext cx="4460561" cy="796979"/>
            </a:xfrm>
            <a:custGeom>
              <a:rect b="b" l="l" r="r" t="t"/>
              <a:pathLst>
                <a:path extrusionOk="0" h="796979" w="4460561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53710" l="-31457" r="-4928" t="-127941"/>
              </a:stretch>
            </a:blipFill>
            <a:ln>
              <a:noFill/>
            </a:ln>
          </p:spPr>
        </p:sp>
        <p:sp>
          <p:nvSpPr>
            <p:cNvPr id="190" name="Google Shape;190;p17"/>
            <p:cNvSpPr/>
            <p:nvPr/>
          </p:nvSpPr>
          <p:spPr>
            <a:xfrm>
              <a:off x="4165189" y="1057897"/>
              <a:ext cx="623072" cy="391562"/>
            </a:xfrm>
            <a:custGeom>
              <a:rect b="b" l="l" r="r" t="t"/>
              <a:pathLst>
                <a:path extrusionOk="0" h="391562" w="623072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1412" l="-413783" r="-14284" t="-108504"/>
              </a:stretch>
            </a:blipFill>
            <a:ln>
              <a:noFill/>
            </a:ln>
          </p:spPr>
        </p:sp>
        <p:sp>
          <p:nvSpPr>
            <p:cNvPr id="191" name="Google Shape;191;p17"/>
            <p:cNvSpPr/>
            <p:nvPr/>
          </p:nvSpPr>
          <p:spPr>
            <a:xfrm>
              <a:off x="1420260" y="1057897"/>
              <a:ext cx="472490" cy="364257"/>
            </a:xfrm>
            <a:custGeom>
              <a:rect b="b" l="l" r="r" t="t"/>
              <a:pathLst>
                <a:path extrusionOk="0" h="364257" w="47249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83715" l="-30571" r="-565808" t="-117191"/>
              </a:stretch>
            </a:blipFill>
            <a:ln>
              <a:noFill/>
            </a:ln>
          </p:spPr>
        </p:sp>
        <p:sp>
          <p:nvSpPr>
            <p:cNvPr id="192" name="Google Shape;192;p17"/>
            <p:cNvSpPr/>
            <p:nvPr/>
          </p:nvSpPr>
          <p:spPr>
            <a:xfrm>
              <a:off x="1718120" y="1057897"/>
              <a:ext cx="2614698" cy="384354"/>
            </a:xfrm>
            <a:custGeom>
              <a:rect b="b" l="l" r="r" t="t"/>
              <a:pathLst>
                <a:path extrusionOk="0" h="384354" w="2614698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4629" l="-10576" r="-15257" t="-110540"/>
              </a:stretch>
            </a:blipFill>
            <a:ln>
              <a:noFill/>
            </a:ln>
          </p:spPr>
        </p:sp>
      </p:grpSp>
      <p:sp>
        <p:nvSpPr>
          <p:cNvPr id="193" name="Google Shape;193;p17"/>
          <p:cNvSpPr txBox="1"/>
          <p:nvPr/>
        </p:nvSpPr>
        <p:spPr>
          <a:xfrm>
            <a:off x="7944296" y="656303"/>
            <a:ext cx="5344567" cy="782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7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PLAN</a:t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16186690" y="8547690"/>
            <a:ext cx="1120236" cy="1739265"/>
          </a:xfrm>
          <a:custGeom>
            <a:rect b="b" l="l" r="r" t="t"/>
            <a:pathLst>
              <a:path extrusionOk="0" h="2319020" w="1493647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67145" l="-79783" r="-493890" t="-166751"/>
            </a:stretch>
          </a:blipFill>
          <a:ln>
            <a:noFill/>
          </a:ln>
        </p:spPr>
      </p:sp>
      <p:sp>
        <p:nvSpPr>
          <p:cNvPr id="195" name="Google Shape;195;p17"/>
          <p:cNvSpPr txBox="1"/>
          <p:nvPr/>
        </p:nvSpPr>
        <p:spPr>
          <a:xfrm>
            <a:off x="7714357" y="504460"/>
            <a:ext cx="229939" cy="796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638" l="0" r="-6813" t="0"/>
            </a:stretch>
          </a:blipFill>
          <a:ln>
            <a:noFill/>
          </a:ln>
        </p:spPr>
      </p:sp>
      <p:sp>
        <p:nvSpPr>
          <p:cNvPr id="201" name="Google Shape;201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202" name="Google Shape;202;p18"/>
          <p:cNvSpPr/>
          <p:nvPr/>
        </p:nvSpPr>
        <p:spPr>
          <a:xfrm>
            <a:off x="0" y="9317505"/>
            <a:ext cx="18288000" cy="969495"/>
          </a:xfrm>
          <a:custGeom>
            <a:rect b="b" l="l" r="r" t="t"/>
            <a:pathLst>
              <a:path extrusionOk="0" h="969495" w="1828800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8"/>
          <p:cNvSpPr txBox="1"/>
          <p:nvPr/>
        </p:nvSpPr>
        <p:spPr>
          <a:xfrm>
            <a:off x="17477343" y="8720455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grpSp>
        <p:nvGrpSpPr>
          <p:cNvPr id="204" name="Google Shape;204;p18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205" name="Google Shape;205;p18"/>
            <p:cNvSpPr/>
            <p:nvPr/>
          </p:nvSpPr>
          <p:spPr>
            <a:xfrm>
              <a:off x="0" y="0"/>
              <a:ext cx="1534283" cy="1632699"/>
            </a:xfrm>
            <a:custGeom>
              <a:rect b="b" l="l" r="r" t="t"/>
              <a:pathLst>
                <a:path extrusionOk="0" h="1632699" w="1534283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206" name="Google Shape;206;p18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207" name="Google Shape;207;p18"/>
              <p:cNvSpPr/>
              <p:nvPr/>
            </p:nvSpPr>
            <p:spPr>
              <a:xfrm>
                <a:off x="0" y="0"/>
                <a:ext cx="1271958" cy="94353"/>
              </a:xfrm>
              <a:custGeom>
                <a:rect b="b" l="l" r="r" t="t"/>
                <a:pathLst>
                  <a:path extrusionOk="0" h="94353" w="1271958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8" name="Google Shape;208;p18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675" lIns="17675" spcFirstLastPara="1" rIns="17675" wrap="square" tIns="17675">
                <a:noAutofit/>
              </a:bodyPr>
              <a:lstStyle/>
              <a:p>
                <a:pPr indent="0" lvl="0" marL="0" marR="0" rtl="0" algn="ctr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" name="Google Shape;209;p18"/>
            <p:cNvSpPr/>
            <p:nvPr/>
          </p:nvSpPr>
          <p:spPr>
            <a:xfrm>
              <a:off x="1348550" y="260918"/>
              <a:ext cx="4460561" cy="796979"/>
            </a:xfrm>
            <a:custGeom>
              <a:rect b="b" l="l" r="r" t="t"/>
              <a:pathLst>
                <a:path extrusionOk="0" h="796979" w="4460561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53710" l="-31457" r="-4928" t="-127941"/>
              </a:stretch>
            </a:blipFill>
            <a:ln>
              <a:noFill/>
            </a:ln>
          </p:spPr>
        </p:sp>
        <p:sp>
          <p:nvSpPr>
            <p:cNvPr id="210" name="Google Shape;210;p18"/>
            <p:cNvSpPr/>
            <p:nvPr/>
          </p:nvSpPr>
          <p:spPr>
            <a:xfrm>
              <a:off x="4165189" y="1057897"/>
              <a:ext cx="623072" cy="391562"/>
            </a:xfrm>
            <a:custGeom>
              <a:rect b="b" l="l" r="r" t="t"/>
              <a:pathLst>
                <a:path extrusionOk="0" h="391562" w="623072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1412" l="-413783" r="-14284" t="-108504"/>
              </a:stretch>
            </a:blipFill>
            <a:ln>
              <a:noFill/>
            </a:ln>
          </p:spPr>
        </p:sp>
        <p:sp>
          <p:nvSpPr>
            <p:cNvPr id="211" name="Google Shape;211;p18"/>
            <p:cNvSpPr/>
            <p:nvPr/>
          </p:nvSpPr>
          <p:spPr>
            <a:xfrm>
              <a:off x="1420260" y="1057897"/>
              <a:ext cx="472490" cy="364257"/>
            </a:xfrm>
            <a:custGeom>
              <a:rect b="b" l="l" r="r" t="t"/>
              <a:pathLst>
                <a:path extrusionOk="0" h="364257" w="47249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83715" l="-30571" r="-565808" t="-117191"/>
              </a:stretch>
            </a:blipFill>
            <a:ln>
              <a:noFill/>
            </a:ln>
          </p:spPr>
        </p:sp>
        <p:sp>
          <p:nvSpPr>
            <p:cNvPr id="212" name="Google Shape;212;p18"/>
            <p:cNvSpPr/>
            <p:nvPr/>
          </p:nvSpPr>
          <p:spPr>
            <a:xfrm>
              <a:off x="1718120" y="1057897"/>
              <a:ext cx="2614698" cy="384354"/>
            </a:xfrm>
            <a:custGeom>
              <a:rect b="b" l="l" r="r" t="t"/>
              <a:pathLst>
                <a:path extrusionOk="0" h="384354" w="2614698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4629" l="-10576" r="-15257" t="-110540"/>
              </a:stretch>
            </a:blipFill>
            <a:ln>
              <a:noFill/>
            </a:ln>
          </p:spPr>
        </p:sp>
      </p:grpSp>
      <p:sp>
        <p:nvSpPr>
          <p:cNvPr id="213" name="Google Shape;213;p18"/>
          <p:cNvSpPr txBox="1"/>
          <p:nvPr/>
        </p:nvSpPr>
        <p:spPr>
          <a:xfrm>
            <a:off x="916816" y="4011975"/>
            <a:ext cx="16454367" cy="226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400" u="none" cap="none" strike="noStrike">
                <a:solidFill>
                  <a:srgbClr val="F2F2F2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</a:t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16186690" y="8547690"/>
            <a:ext cx="1120236" cy="1739265"/>
          </a:xfrm>
          <a:custGeom>
            <a:rect b="b" l="l" r="r" t="t"/>
            <a:pathLst>
              <a:path extrusionOk="0" h="2319020" w="1493647">
                <a:moveTo>
                  <a:pt x="0" y="0"/>
                </a:moveTo>
                <a:lnTo>
                  <a:pt x="1493647" y="0"/>
                </a:lnTo>
                <a:lnTo>
                  <a:pt x="1493647" y="2319020"/>
                </a:lnTo>
                <a:lnTo>
                  <a:pt x="0" y="231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67145" l="-79783" r="-493890" t="-166751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638" l="0" r="-6813" t="0"/>
            </a:stretch>
          </a:blipFill>
          <a:ln>
            <a:noFill/>
          </a:ln>
        </p:spPr>
      </p:sp>
      <p:sp>
        <p:nvSpPr>
          <p:cNvPr id="220" name="Google Shape;220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0D0D0D">
                  <a:alpha val="54902"/>
                </a:srgbClr>
              </a:gs>
              <a:gs pos="15000">
                <a:srgbClr val="0D0D0D">
                  <a:alpha val="54902"/>
                </a:srgbClr>
              </a:gs>
              <a:gs pos="90000">
                <a:srgbClr val="0D0D0D"/>
              </a:gs>
              <a:gs pos="100000">
                <a:srgbClr val="0D0D0D"/>
              </a:gs>
            </a:gsLst>
            <a:lin ang="5400000" scaled="0"/>
          </a:gradFill>
          <a:ln>
            <a:noFill/>
          </a:ln>
        </p:spPr>
      </p:sp>
      <p:sp>
        <p:nvSpPr>
          <p:cNvPr id="221" name="Google Shape;221;p19"/>
          <p:cNvSpPr/>
          <p:nvPr/>
        </p:nvSpPr>
        <p:spPr>
          <a:xfrm>
            <a:off x="0" y="9317505"/>
            <a:ext cx="18288000" cy="969495"/>
          </a:xfrm>
          <a:custGeom>
            <a:rect b="b" l="l" r="r" t="t"/>
            <a:pathLst>
              <a:path extrusionOk="0" h="969495" w="18288000">
                <a:moveTo>
                  <a:pt x="0" y="0"/>
                </a:moveTo>
                <a:lnTo>
                  <a:pt x="18288000" y="0"/>
                </a:lnTo>
                <a:lnTo>
                  <a:pt x="18288000" y="969495"/>
                </a:lnTo>
                <a:lnTo>
                  <a:pt x="0" y="969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9"/>
          <p:cNvSpPr txBox="1"/>
          <p:nvPr/>
        </p:nvSpPr>
        <p:spPr>
          <a:xfrm>
            <a:off x="17477343" y="8720455"/>
            <a:ext cx="357634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grpSp>
        <p:nvGrpSpPr>
          <p:cNvPr id="223" name="Google Shape;223;p19"/>
          <p:cNvGrpSpPr/>
          <p:nvPr/>
        </p:nvGrpSpPr>
        <p:grpSpPr>
          <a:xfrm>
            <a:off x="325967" y="416438"/>
            <a:ext cx="4356833" cy="1224525"/>
            <a:chOff x="0" y="0"/>
            <a:chExt cx="5809111" cy="1632699"/>
          </a:xfrm>
        </p:grpSpPr>
        <p:sp>
          <p:nvSpPr>
            <p:cNvPr id="224" name="Google Shape;224;p19"/>
            <p:cNvSpPr/>
            <p:nvPr/>
          </p:nvSpPr>
          <p:spPr>
            <a:xfrm>
              <a:off x="0" y="0"/>
              <a:ext cx="1534283" cy="1632699"/>
            </a:xfrm>
            <a:custGeom>
              <a:rect b="b" l="l" r="r" t="t"/>
              <a:pathLst>
                <a:path extrusionOk="0" h="1632699" w="1534283">
                  <a:moveTo>
                    <a:pt x="0" y="0"/>
                  </a:moveTo>
                  <a:lnTo>
                    <a:pt x="1534283" y="0"/>
                  </a:lnTo>
                  <a:lnTo>
                    <a:pt x="1534283" y="1632699"/>
                  </a:lnTo>
                  <a:lnTo>
                    <a:pt x="0" y="1632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225" name="Google Shape;225;p19"/>
            <p:cNvGrpSpPr/>
            <p:nvPr/>
          </p:nvGrpSpPr>
          <p:grpSpPr>
            <a:xfrm>
              <a:off x="1484291" y="1098961"/>
              <a:ext cx="3067488" cy="227543"/>
              <a:chOff x="0" y="0"/>
              <a:chExt cx="1271958" cy="94353"/>
            </a:xfrm>
          </p:grpSpPr>
          <p:sp>
            <p:nvSpPr>
              <p:cNvPr id="226" name="Google Shape;226;p19"/>
              <p:cNvSpPr/>
              <p:nvPr/>
            </p:nvSpPr>
            <p:spPr>
              <a:xfrm>
                <a:off x="0" y="0"/>
                <a:ext cx="1271958" cy="94353"/>
              </a:xfrm>
              <a:custGeom>
                <a:rect b="b" l="l" r="r" t="t"/>
                <a:pathLst>
                  <a:path extrusionOk="0" h="94353" w="1271958">
                    <a:moveTo>
                      <a:pt x="0" y="0"/>
                    </a:moveTo>
                    <a:lnTo>
                      <a:pt x="1271958" y="0"/>
                    </a:lnTo>
                    <a:lnTo>
                      <a:pt x="1271958" y="94353"/>
                    </a:lnTo>
                    <a:lnTo>
                      <a:pt x="0" y="943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7" name="Google Shape;227;p19"/>
              <p:cNvSpPr txBox="1"/>
              <p:nvPr/>
            </p:nvSpPr>
            <p:spPr>
              <a:xfrm>
                <a:off x="0" y="0"/>
                <a:ext cx="1271958" cy="943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675" lIns="17675" spcFirstLastPara="1" rIns="17675" wrap="square" tIns="17675">
                <a:noAutofit/>
              </a:bodyPr>
              <a:lstStyle/>
              <a:p>
                <a:pPr indent="0" lvl="0" marL="0" marR="0" rtl="0" algn="ctr">
                  <a:lnSpc>
                    <a:spcPct val="1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p19"/>
            <p:cNvSpPr/>
            <p:nvPr/>
          </p:nvSpPr>
          <p:spPr>
            <a:xfrm>
              <a:off x="1348550" y="260918"/>
              <a:ext cx="4460561" cy="796979"/>
            </a:xfrm>
            <a:custGeom>
              <a:rect b="b" l="l" r="r" t="t"/>
              <a:pathLst>
                <a:path extrusionOk="0" h="796979" w="4460561">
                  <a:moveTo>
                    <a:pt x="0" y="0"/>
                  </a:moveTo>
                  <a:lnTo>
                    <a:pt x="4460561" y="0"/>
                  </a:lnTo>
                  <a:lnTo>
                    <a:pt x="4460561" y="796979"/>
                  </a:lnTo>
                  <a:lnTo>
                    <a:pt x="0" y="7969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53710" l="-31457" r="-4928" t="-127941"/>
              </a:stretch>
            </a:blipFill>
            <a:ln>
              <a:noFill/>
            </a:ln>
          </p:spPr>
        </p:sp>
        <p:sp>
          <p:nvSpPr>
            <p:cNvPr id="229" name="Google Shape;229;p19"/>
            <p:cNvSpPr/>
            <p:nvPr/>
          </p:nvSpPr>
          <p:spPr>
            <a:xfrm>
              <a:off x="4165189" y="1057897"/>
              <a:ext cx="623072" cy="391562"/>
            </a:xfrm>
            <a:custGeom>
              <a:rect b="b" l="l" r="r" t="t"/>
              <a:pathLst>
                <a:path extrusionOk="0" h="391562" w="623072">
                  <a:moveTo>
                    <a:pt x="0" y="0"/>
                  </a:moveTo>
                  <a:lnTo>
                    <a:pt x="623072" y="0"/>
                  </a:lnTo>
                  <a:lnTo>
                    <a:pt x="623072" y="391563"/>
                  </a:lnTo>
                  <a:lnTo>
                    <a:pt x="0" y="3915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1412" l="-413783" r="-14284" t="-108504"/>
              </a:stretch>
            </a:blipFill>
            <a:ln>
              <a:noFill/>
            </a:ln>
          </p:spPr>
        </p:sp>
        <p:sp>
          <p:nvSpPr>
            <p:cNvPr id="230" name="Google Shape;230;p19"/>
            <p:cNvSpPr/>
            <p:nvPr/>
          </p:nvSpPr>
          <p:spPr>
            <a:xfrm>
              <a:off x="1420260" y="1057897"/>
              <a:ext cx="472490" cy="364257"/>
            </a:xfrm>
            <a:custGeom>
              <a:rect b="b" l="l" r="r" t="t"/>
              <a:pathLst>
                <a:path extrusionOk="0" h="364257" w="472490">
                  <a:moveTo>
                    <a:pt x="0" y="0"/>
                  </a:moveTo>
                  <a:lnTo>
                    <a:pt x="472490" y="0"/>
                  </a:lnTo>
                  <a:lnTo>
                    <a:pt x="472490" y="364257"/>
                  </a:lnTo>
                  <a:lnTo>
                    <a:pt x="0" y="36425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83715" l="-30571" r="-565808" t="-117191"/>
              </a:stretch>
            </a:blipFill>
            <a:ln>
              <a:noFill/>
            </a:ln>
          </p:spPr>
        </p:sp>
        <p:sp>
          <p:nvSpPr>
            <p:cNvPr id="231" name="Google Shape;231;p19"/>
            <p:cNvSpPr/>
            <p:nvPr/>
          </p:nvSpPr>
          <p:spPr>
            <a:xfrm>
              <a:off x="1718120" y="1057897"/>
              <a:ext cx="2614698" cy="384354"/>
            </a:xfrm>
            <a:custGeom>
              <a:rect b="b" l="l" r="r" t="t"/>
              <a:pathLst>
                <a:path extrusionOk="0" h="384354" w="2614698">
                  <a:moveTo>
                    <a:pt x="0" y="0"/>
                  </a:moveTo>
                  <a:lnTo>
                    <a:pt x="2614699" y="0"/>
                  </a:lnTo>
                  <a:lnTo>
                    <a:pt x="2614699" y="384354"/>
                  </a:lnTo>
                  <a:lnTo>
                    <a:pt x="0" y="384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74629" l="-10576" r="-15257" t="-110540"/>
              </a:stretch>
            </a:blipFill>
            <a:ln>
              <a:noFill/>
            </a:ln>
          </p:spPr>
        </p:sp>
      </p:grpSp>
      <p:sp>
        <p:nvSpPr>
          <p:cNvPr id="232" name="Google Shape;232;p19"/>
          <p:cNvSpPr txBox="1"/>
          <p:nvPr/>
        </p:nvSpPr>
        <p:spPr>
          <a:xfrm>
            <a:off x="9007260" y="556569"/>
            <a:ext cx="4971008" cy="782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7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316496" y="2253875"/>
            <a:ext cx="15655007" cy="6146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Maximum 6 slides, including the Team Information and Thankyou page.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Cover all 4 compulsory sections in the given order.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Keep content concise and precise; avoid lengthy paragraphs.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Copperplate Gothic font for heading and Poppins/Public Sans font for information and follow the template formatting.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Fill in all team and college details on the first page.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Delete the Instructions slide before submission.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Is not mandatory but will benefit in marking.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249821" y="7878731"/>
            <a:ext cx="229939" cy="796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